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43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Employee Management SQL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Employee Management Database</a:t>
            </a:r>
          </a:p>
          <a:p>
            <a:r>
              <a:rPr dirty="0"/>
              <a:t>SQL Project Presentation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2FA728-5B0B-32B3-2BF6-F756DA3D6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Made by :</a:t>
            </a:r>
          </a:p>
          <a:p>
            <a:r>
              <a:rPr lang="en-IN" sz="4000" b="1" dirty="0"/>
              <a:t>Pearl Sethi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Database: </a:t>
            </a:r>
            <a:r>
              <a:rPr dirty="0" err="1"/>
              <a:t>EmployeeManagement</a:t>
            </a:r>
            <a:endParaRPr dirty="0"/>
          </a:p>
          <a:p>
            <a:pPr marL="0" indent="0">
              <a:buNone/>
            </a:pPr>
            <a:r>
              <a:rPr dirty="0"/>
              <a:t>• Tool: MySQL Workbench</a:t>
            </a:r>
          </a:p>
          <a:p>
            <a:pPr marL="0" indent="0">
              <a:buNone/>
            </a:pPr>
            <a:r>
              <a:rPr dirty="0"/>
              <a:t>• Dataset: Employee records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employee table</a:t>
            </a:r>
          </a:p>
          <a:p>
            <a:r>
              <a:t>id, name, gender, department,</a:t>
            </a:r>
          </a:p>
          <a:p>
            <a:r>
              <a:t>salary, joining_date, city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837118-2DF7-3394-2E9D-A19A60168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47" y="3306942"/>
            <a:ext cx="8912506" cy="15466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DDL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CREATE DATABASE</a:t>
            </a:r>
          </a:p>
          <a:p>
            <a:pPr marL="0" indent="0">
              <a:buNone/>
            </a:pPr>
            <a:r>
              <a:rPr dirty="0"/>
              <a:t>• CREATE TABLE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5B582D-EA14-72BD-5C75-AE0E6BD0D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38" y="2819198"/>
            <a:ext cx="7807124" cy="35952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DML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INSERT employee records</a:t>
            </a:r>
          </a:p>
          <a:p>
            <a:pPr marL="0" indent="0">
              <a:buNone/>
            </a:pPr>
            <a:r>
              <a:rPr dirty="0"/>
              <a:t>• SELECT queries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25811D-C943-AE14-1DBD-E6F1A452A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81269"/>
            <a:ext cx="7303625" cy="38020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Total employees</a:t>
            </a:r>
          </a:p>
          <a:p>
            <a:pPr marL="0" indent="0">
              <a:buNone/>
            </a:pPr>
            <a:r>
              <a:rPr dirty="0"/>
              <a:t>• Min, Max, Avg salary</a:t>
            </a:r>
          </a:p>
          <a:p>
            <a:pPr marL="0" indent="0">
              <a:buNone/>
            </a:pPr>
            <a:r>
              <a:rPr dirty="0"/>
              <a:t>• Department-wise count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45B1A4-4EBF-89B7-2977-645EE347F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912" y="4081643"/>
            <a:ext cx="6200113" cy="13052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892D6F-8D90-550B-BF5C-E68354A3B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277" y="1860370"/>
            <a:ext cx="3272500" cy="18319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COUNT(*) FROM employee;</a:t>
            </a:r>
          </a:p>
          <a:p>
            <a:r>
              <a:t>SELECT AVG(salary) FROM employee;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AAC9A5-C251-D252-1121-67C8CB395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09" y="3158428"/>
            <a:ext cx="7911416" cy="27562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98</Words>
  <Application>Microsoft Office PowerPoint</Application>
  <PresentationFormat>On-screen Show (4:3)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Employee Management SQL Project</vt:lpstr>
      <vt:lpstr>Project Overview</vt:lpstr>
      <vt:lpstr>Table Structure</vt:lpstr>
      <vt:lpstr>DDL Operations</vt:lpstr>
      <vt:lpstr>DML Operations</vt:lpstr>
      <vt:lpstr>EDA Analysis</vt:lpstr>
      <vt:lpstr>Sample Queries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Pearl Sethi</dc:creator>
  <cp:keywords/>
  <dc:description>generated using python-pptx</dc:description>
  <cp:lastModifiedBy>Pearl Sethi</cp:lastModifiedBy>
  <cp:revision>2</cp:revision>
  <dcterms:created xsi:type="dcterms:W3CDTF">2013-01-27T09:14:16Z</dcterms:created>
  <dcterms:modified xsi:type="dcterms:W3CDTF">2026-02-14T16:33:11Z</dcterms:modified>
  <cp:category/>
</cp:coreProperties>
</file>