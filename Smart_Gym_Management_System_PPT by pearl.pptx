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23"/>
  </p:notesMasterIdLst>
  <p:sldIdLst>
    <p:sldId id="256" r:id="rId2"/>
    <p:sldId id="257" r:id="rId3"/>
    <p:sldId id="268" r:id="rId4"/>
    <p:sldId id="281" r:id="rId5"/>
    <p:sldId id="260" r:id="rId6"/>
    <p:sldId id="270" r:id="rId7"/>
    <p:sldId id="269" r:id="rId8"/>
    <p:sldId id="261" r:id="rId9"/>
    <p:sldId id="271" r:id="rId10"/>
    <p:sldId id="272" r:id="rId11"/>
    <p:sldId id="262" r:id="rId12"/>
    <p:sldId id="263" r:id="rId13"/>
    <p:sldId id="273" r:id="rId14"/>
    <p:sldId id="274" r:id="rId15"/>
    <p:sldId id="279" r:id="rId16"/>
    <p:sldId id="280" r:id="rId17"/>
    <p:sldId id="265" r:id="rId18"/>
    <p:sldId id="275" r:id="rId19"/>
    <p:sldId id="283" r:id="rId20"/>
    <p:sldId id="266" r:id="rId21"/>
    <p:sldId id="282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4BBD26-40F5-4E2B-AFFE-E36FDA09711F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EFF564-27EE-4B3A-82BA-0F90A4D6C2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1651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EFF564-27EE-4B3A-82BA-0F90A4D6C2A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8939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6128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820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2365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926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6135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4021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202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9096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401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006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9672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3993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6128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64760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66280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15325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442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593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Smart Gym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MySQL</a:t>
            </a:r>
            <a:r>
              <a:rPr lang="en-IN" dirty="0"/>
              <a:t> workbench</a:t>
            </a:r>
            <a:r>
              <a:rPr dirty="0"/>
              <a:t> + JSON Database Project</a:t>
            </a:r>
            <a:endParaRPr lang="en-IN" dirty="0"/>
          </a:p>
          <a:p>
            <a:r>
              <a:rPr lang="en-IN" dirty="0"/>
              <a:t>Submitted By : Pearl Sethi</a:t>
            </a:r>
          </a:p>
          <a:p>
            <a:r>
              <a:rPr lang="en-IN" dirty="0"/>
              <a:t>Submitted to : Ashish sir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00"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is a Smart Gym Database System.</a:t>
            </a:r>
          </a:p>
          <a:p>
            <a:pPr marL="0" indent="0">
              <a:buNone/>
            </a:pPr>
            <a:r>
              <a:rPr lang="en-US" dirty="0"/>
              <a:t>It helps in managing members, trainers, subscriptions, payments, and attendance.</a:t>
            </a:r>
          </a:p>
          <a:p>
            <a:pPr marL="0" indent="0">
              <a:buNone/>
            </a:pPr>
            <a:r>
              <a:rPr lang="en-US" dirty="0"/>
              <a:t>I have used relational tables along with JSON data to make the system flexible and scalable.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BBD56-1E01-16B1-27AE-90F3DAA28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Problem statement and solution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1FDA8-2ADA-5885-B183-BEC8F0952A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268CB4-D58A-FF2E-4F09-D3C5E227EF0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many gyms, data is handled </a:t>
            </a:r>
            <a:r>
              <a:rPr lang="en-US" sz="1800" b="1" dirty="0"/>
              <a:t>manually or using registers</a:t>
            </a:r>
            <a:r>
              <a:rPr lang="en-US" sz="1800" dirty="0"/>
              <a:t>.</a:t>
            </a:r>
            <a:br>
              <a:rPr lang="en-US" sz="1800" dirty="0"/>
            </a:br>
            <a:r>
              <a:rPr lang="en-US" sz="1800" dirty="0"/>
              <a:t>Because of this, there is </a:t>
            </a:r>
            <a:r>
              <a:rPr lang="en-US" sz="1800" b="1" dirty="0"/>
              <a:t>poor tracking of members, payments, and attendance</a:t>
            </a:r>
            <a:r>
              <a:rPr lang="en-US" sz="1800" dirty="0"/>
              <a:t>.</a:t>
            </a:r>
          </a:p>
          <a:p>
            <a:r>
              <a:rPr lang="en-US" sz="1800" dirty="0"/>
              <a:t>There is also no centralized system to analyze member performance or trainer details.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F7F730-C9B0-B4CB-D106-879D8BE6C2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Solution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5B8823-74D9-A633-9525-B82FA87E868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I designed a centralized database system using SQL and JSON.</a:t>
            </a:r>
          </a:p>
          <a:p>
            <a:r>
              <a:rPr lang="en-US" sz="1800" dirty="0"/>
              <a:t>The system is scalable, automated, and analytics-ready.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862650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build="p"/>
      <p:bldP spid="5" grpId="0" build="p"/>
      <p:bldP spid="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61132B8-1E7D-E757-E9E2-96554D381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580402"/>
            <a:ext cx="7802880" cy="5775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79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00" dirty="0"/>
              <a:t>Objective </a:t>
            </a:r>
            <a:r>
              <a:rPr lang="en-IN" sz="2400" dirty="0"/>
              <a:t>1: DATABASE</a:t>
            </a:r>
            <a:endParaRPr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Tasks:</a:t>
            </a:r>
          </a:p>
          <a:p>
            <a:r>
              <a:rPr sz="1800" dirty="0"/>
              <a:t> </a:t>
            </a:r>
            <a:r>
              <a:rPr lang="en-US" sz="1800" dirty="0"/>
              <a:t> Create database</a:t>
            </a:r>
          </a:p>
          <a:p>
            <a:r>
              <a:rPr lang="en-US" sz="1800" dirty="0"/>
              <a:t> Create tables</a:t>
            </a:r>
          </a:p>
          <a:p>
            <a:r>
              <a:rPr lang="en-US" sz="1800" dirty="0"/>
              <a:t> Define data types</a:t>
            </a:r>
          </a:p>
          <a:p>
            <a:r>
              <a:rPr lang="en-US" sz="1800" dirty="0"/>
              <a:t> Apply constraints</a:t>
            </a:r>
          </a:p>
          <a:p>
            <a:r>
              <a:rPr sz="1800" dirty="0"/>
              <a:t> </a:t>
            </a:r>
            <a:r>
              <a:rPr lang="en-IN" sz="1800" dirty="0"/>
              <a:t>Insert values : More than 60+ data insertion done</a:t>
            </a:r>
          </a:p>
          <a:p>
            <a:r>
              <a:rPr sz="1800" dirty="0"/>
              <a:t> </a:t>
            </a:r>
            <a:r>
              <a:rPr lang="en-IN" sz="1800" dirty="0"/>
              <a:t>Structure of tables</a:t>
            </a:r>
          </a:p>
          <a:p>
            <a:r>
              <a:rPr lang="en-IN" sz="1800" dirty="0"/>
              <a:t> Data</a:t>
            </a:r>
          </a:p>
          <a:p>
            <a:pPr marL="0" indent="0">
              <a:buNone/>
            </a:pPr>
            <a:endParaRPr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F3BD292-A5A7-E44D-2E2E-19D465F02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787" y="963499"/>
            <a:ext cx="1648055" cy="18947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BEE4321-37E8-FE48-4CE0-F00881692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804" y="2949282"/>
            <a:ext cx="3326630" cy="14871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86E7522-AC34-20D3-A9A0-1E98911C48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2742" y="951196"/>
            <a:ext cx="2004851" cy="19980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10B2D4-9215-83CA-C679-575E299384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883" y="4527435"/>
            <a:ext cx="3519160" cy="16649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D69838-E10B-4539-1F09-5AD1EEFB25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2113" y="639604"/>
            <a:ext cx="1648055" cy="2667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990F85-8EE6-3B49-3D6F-73A54E3BBD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4014" y="611024"/>
            <a:ext cx="714475" cy="323895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908CCDD-B577-1B0F-D8EB-B46AEE9CA107}"/>
              </a:ext>
            </a:extLst>
          </p:cNvPr>
          <p:cNvCxnSpPr>
            <a:cxnSpLocks/>
          </p:cNvCxnSpPr>
          <p:nvPr/>
        </p:nvCxnSpPr>
        <p:spPr>
          <a:xfrm>
            <a:off x="4464415" y="639604"/>
            <a:ext cx="0" cy="56628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CBC0074B-283E-42B3-3493-9079E005D8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1023285"/>
            <a:ext cx="1795860" cy="161896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DFB9016-6E05-A34B-1465-1C99BD5C431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1252" y="963499"/>
            <a:ext cx="2051684" cy="167875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4FD9312-2853-CF61-2E66-309C7DAA9B9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1999" y="4299824"/>
            <a:ext cx="3940937" cy="191857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0CB8A14-ECE5-D5B7-F5F7-D2DAF995E15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28771" y="2718426"/>
            <a:ext cx="3999425" cy="1505227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FFAA10EC-1DA2-831F-17D7-9325F6737473}"/>
              </a:ext>
            </a:extLst>
          </p:cNvPr>
          <p:cNvSpPr/>
          <p:nvPr/>
        </p:nvSpPr>
        <p:spPr>
          <a:xfrm>
            <a:off x="7118555" y="611024"/>
            <a:ext cx="1394380" cy="2953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chemeClr val="tx2"/>
                </a:solidFill>
              </a:rPr>
              <a:t>Tables we see our store data</a:t>
            </a:r>
          </a:p>
        </p:txBody>
      </p:sp>
    </p:spTree>
    <p:extLst>
      <p:ext uri="{BB962C8B-B14F-4D97-AF65-F5344CB8AC3E}">
        <p14:creationId xmlns:p14="http://schemas.microsoft.com/office/powerpoint/2010/main" val="4247353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9E3C5-9B99-492F-58A9-EA28D6F98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IN" sz="2400" dirty="0"/>
            </a:br>
            <a:r>
              <a:rPr lang="en-IN" sz="2400" dirty="0"/>
              <a:t>OBJECTIVE 2 : Data Validation</a:t>
            </a:r>
            <a:br>
              <a:rPr lang="en-IN" sz="2400" dirty="0"/>
            </a:b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C417D-B65D-2069-42AD-B16590EC4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600" dirty="0"/>
              <a:t>Members (Central Table)</a:t>
            </a:r>
          </a:p>
          <a:p>
            <a:r>
              <a:rPr lang="en-IN" sz="1600" dirty="0" err="1"/>
              <a:t>Trainer_Profile</a:t>
            </a:r>
            <a:endParaRPr lang="en-IN" sz="1600" dirty="0"/>
          </a:p>
          <a:p>
            <a:r>
              <a:rPr lang="en-IN" sz="1600" dirty="0"/>
              <a:t>Subscriptions</a:t>
            </a:r>
          </a:p>
          <a:p>
            <a:r>
              <a:rPr lang="en-IN" sz="1600" dirty="0"/>
              <a:t>Payments</a:t>
            </a:r>
          </a:p>
          <a:p>
            <a:r>
              <a:rPr lang="en-IN" sz="1600" dirty="0" err="1"/>
              <a:t>Member_Progress</a:t>
            </a:r>
            <a:endParaRPr lang="en-IN" sz="1600" dirty="0"/>
          </a:p>
          <a:p>
            <a:r>
              <a:rPr lang="en-IN" sz="1600" dirty="0" err="1"/>
              <a:t>Attendance_Log</a:t>
            </a:r>
            <a:endParaRPr lang="en-IN" sz="16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76314A-7CC5-5873-879E-407AC4523AF5}"/>
              </a:ext>
            </a:extLst>
          </p:cNvPr>
          <p:cNvSpPr/>
          <p:nvPr/>
        </p:nvSpPr>
        <p:spPr>
          <a:xfrm rot="867653">
            <a:off x="6840776" y="3573001"/>
            <a:ext cx="1573161" cy="715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Code to see tables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9ACD50-8643-EBE6-C383-7C05B2344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33771">
            <a:off x="3998476" y="2759208"/>
            <a:ext cx="2369126" cy="11208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AE6F5F-EBCA-1A64-5FCE-E041672746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101739">
            <a:off x="3816107" y="4048647"/>
            <a:ext cx="1721466" cy="171565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4D4063B-8A2C-1DE0-44FC-5C0B56B5C427}"/>
              </a:ext>
            </a:extLst>
          </p:cNvPr>
          <p:cNvCxnSpPr/>
          <p:nvPr/>
        </p:nvCxnSpPr>
        <p:spPr>
          <a:xfrm flipH="1">
            <a:off x="5633884" y="4336026"/>
            <a:ext cx="1858297" cy="6587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2A6581C-2ED1-A22D-5D45-7F8B31011D74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6263297" y="3734226"/>
            <a:ext cx="602399" cy="127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5721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00" dirty="0"/>
              <a:t>Objective </a:t>
            </a:r>
            <a:r>
              <a:rPr lang="en-IN" sz="2400" dirty="0"/>
              <a:t>3</a:t>
            </a:r>
            <a:r>
              <a:rPr sz="2400" dirty="0"/>
              <a:t>:</a:t>
            </a:r>
            <a:r>
              <a:rPr lang="en-IN" sz="2400" dirty="0"/>
              <a:t> Data insertion</a:t>
            </a:r>
            <a:endParaRPr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Tasks: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wise count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phone number in Members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RENAME TABLE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 1</a:t>
            </a:r>
            <a:r>
              <a:rPr lang="en-US" altLang="en-US" sz="1600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first member as Expired</a:t>
            </a:r>
          </a:p>
          <a:p>
            <a:endParaRPr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2460EBB-868C-7952-F339-5A766B459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78394A-B1B8-067F-C287-3125A7F7B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3971" y="4212633"/>
            <a:ext cx="3999425" cy="15052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668467-5DA5-98B8-6E76-E515F6E22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972" y="4125868"/>
            <a:ext cx="2051684" cy="16787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B5FDD-CE19-72CB-6BA8-8D80BE3B9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TABLE WISE COUNT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CEB558-2399-B688-56C4-34685B164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2711" y="2461887"/>
            <a:ext cx="2719069" cy="1340853"/>
          </a:xfrm>
          <a:prstGeom prst="rect">
            <a:avLst/>
          </a:prstGeom>
        </p:spPr>
      </p:pic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700585E0-B693-A9DC-D7EB-6BB57A43885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811719" y="3985809"/>
            <a:ext cx="897079" cy="53094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A96D3C-678C-C041-E2BB-3F693FBE1EF9}"/>
              </a:ext>
            </a:extLst>
          </p:cNvPr>
          <p:cNvCxnSpPr/>
          <p:nvPr/>
        </p:nvCxnSpPr>
        <p:spPr>
          <a:xfrm>
            <a:off x="4916895" y="4699820"/>
            <a:ext cx="778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143ED97A-1593-6774-E0C4-F11EE5E99DB2}"/>
              </a:ext>
            </a:extLst>
          </p:cNvPr>
          <p:cNvSpPr/>
          <p:nvPr/>
        </p:nvSpPr>
        <p:spPr>
          <a:xfrm>
            <a:off x="7305367" y="3869750"/>
            <a:ext cx="1198929" cy="6572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Code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8C178C4-14CD-A536-BB90-EB63DAAF9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359" y="2861710"/>
            <a:ext cx="3534590" cy="308095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EF21E68-4443-C9C9-E80E-8E3E801E0079}"/>
              </a:ext>
            </a:extLst>
          </p:cNvPr>
          <p:cNvSpPr/>
          <p:nvPr/>
        </p:nvSpPr>
        <p:spPr>
          <a:xfrm>
            <a:off x="1343359" y="2751872"/>
            <a:ext cx="3534590" cy="1098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8F6FF1-C296-0ED5-1006-66DF398ACF9C}"/>
              </a:ext>
            </a:extLst>
          </p:cNvPr>
          <p:cNvSpPr/>
          <p:nvPr/>
        </p:nvSpPr>
        <p:spPr>
          <a:xfrm>
            <a:off x="1304413" y="5883099"/>
            <a:ext cx="3612482" cy="1191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5135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D2317D-0D02-ECD1-D89B-402A70B98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636" y="668593"/>
            <a:ext cx="3819035" cy="4342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28EEA6-29ED-3CAB-5222-43C0787F8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544" y="1214279"/>
            <a:ext cx="6749048" cy="4342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357815-86D2-85CC-2CC1-645D5A29EA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879" y="2660055"/>
            <a:ext cx="1986115" cy="2282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9B52E3-FAE5-0C87-ECA3-C70D5B0C00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29" y="3106994"/>
            <a:ext cx="2456616" cy="30824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F03538F-3797-0FE2-4BAD-2A3B75A0D0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3306" y="3106994"/>
            <a:ext cx="4862901" cy="308241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ED593E7-1691-90BB-E218-DAFD407E86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95110" y="2660055"/>
            <a:ext cx="3889620" cy="33710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9E4BA11-B7F4-6C36-2036-1B5409E175C3}"/>
              </a:ext>
            </a:extLst>
          </p:cNvPr>
          <p:cNvSpPr/>
          <p:nvPr/>
        </p:nvSpPr>
        <p:spPr>
          <a:xfrm>
            <a:off x="772628" y="2939374"/>
            <a:ext cx="2456616" cy="1478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0FCAD1-3F0F-3071-77E9-50B4BFFA23FA}"/>
              </a:ext>
            </a:extLst>
          </p:cNvPr>
          <p:cNvSpPr/>
          <p:nvPr/>
        </p:nvSpPr>
        <p:spPr>
          <a:xfrm>
            <a:off x="3559549" y="2997156"/>
            <a:ext cx="4811822" cy="1098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CBC2E4-86BD-C426-3D53-A0572E033D94}"/>
              </a:ext>
            </a:extLst>
          </p:cNvPr>
          <p:cNvSpPr/>
          <p:nvPr/>
        </p:nvSpPr>
        <p:spPr>
          <a:xfrm>
            <a:off x="3546967" y="6134488"/>
            <a:ext cx="4811822" cy="1098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E4C8B8-B317-CD44-6FAD-2466B5824A52}"/>
              </a:ext>
            </a:extLst>
          </p:cNvPr>
          <p:cNvSpPr/>
          <p:nvPr/>
        </p:nvSpPr>
        <p:spPr>
          <a:xfrm>
            <a:off x="772628" y="6161948"/>
            <a:ext cx="2456617" cy="1098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8640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00" dirty="0"/>
              <a:t>Objective </a:t>
            </a:r>
            <a:r>
              <a:rPr lang="en-IN" sz="2400" dirty="0"/>
              <a:t>3</a:t>
            </a:r>
            <a:r>
              <a:rPr sz="2400" dirty="0"/>
              <a:t>: Data Insertion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Tasks:</a:t>
            </a:r>
          </a:p>
          <a:p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trainer data</a:t>
            </a:r>
          </a:p>
          <a:p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members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Attendance_log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payments &amp; subscriptions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1EC956-FFC0-0002-15F6-1E91B585B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0305" y="2362355"/>
            <a:ext cx="1796726" cy="16197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910855-2ACA-54D4-C8EF-6E657354C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866" y="4015362"/>
            <a:ext cx="4173188" cy="20806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47D405-F85B-79BA-FAA0-D91D40AD79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976" y="4053578"/>
            <a:ext cx="2488625" cy="20093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00" dirty="0"/>
              <a:t>Objective </a:t>
            </a:r>
            <a:r>
              <a:rPr lang="en-IN" sz="2400" dirty="0"/>
              <a:t>4</a:t>
            </a:r>
            <a:r>
              <a:rPr sz="2400" dirty="0"/>
              <a:t>: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Tasks:</a:t>
            </a:r>
          </a:p>
          <a:p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members</a:t>
            </a:r>
          </a:p>
          <a:p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 analysis</a:t>
            </a:r>
          </a:p>
          <a:p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6C661E-5235-2877-FCFE-56FA7AB02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8890" y="2490136"/>
            <a:ext cx="2590272" cy="14427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6A2F17-11FE-BF6C-E881-401591311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8890" y="4075115"/>
            <a:ext cx="2590272" cy="1717805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08A255B-D3F4-3D4C-1D01-32D525EA81A3}"/>
              </a:ext>
            </a:extLst>
          </p:cNvPr>
          <p:cNvSpPr/>
          <p:nvPr/>
        </p:nvSpPr>
        <p:spPr>
          <a:xfrm>
            <a:off x="4571999" y="2559938"/>
            <a:ext cx="934065" cy="5676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Count members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BE94839-7174-01FA-9476-89B6A190F3C9}"/>
              </a:ext>
            </a:extLst>
          </p:cNvPr>
          <p:cNvSpPr/>
          <p:nvPr/>
        </p:nvSpPr>
        <p:spPr>
          <a:xfrm>
            <a:off x="4572000" y="4235938"/>
            <a:ext cx="934065" cy="5676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Age analysis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41B3827-7348-1D06-D781-C056F66154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645" y="4235938"/>
            <a:ext cx="2941116" cy="1970125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AEB54C7-55E5-3DDF-71DB-62C6DECF27DB}"/>
              </a:ext>
            </a:extLst>
          </p:cNvPr>
          <p:cNvSpPr/>
          <p:nvPr/>
        </p:nvSpPr>
        <p:spPr>
          <a:xfrm>
            <a:off x="709832" y="3712561"/>
            <a:ext cx="934065" cy="4406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Attendance analysis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10" grpId="0" animBg="1"/>
      <p:bldP spid="11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D7237-B934-C907-20FA-60E86DB26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Objective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E6815-DDD3-A50E-4650-319AB1829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Extract specific fields from JSON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4B99FA-7299-781E-1D7C-5EF94F1A1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968" y="3036326"/>
            <a:ext cx="4898824" cy="2868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116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A7892-5CCA-C2E4-1622-B9B2A2961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Objective-6 Automation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E3B7B3-C0A3-A890-A276-3A313317B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4725" y="2408904"/>
            <a:ext cx="2236318" cy="23993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7DB749-2507-2893-3BC5-E28265539533}"/>
              </a:ext>
            </a:extLst>
          </p:cNvPr>
          <p:cNvSpPr txBox="1"/>
          <p:nvPr/>
        </p:nvSpPr>
        <p:spPr>
          <a:xfrm>
            <a:off x="2367116" y="1699683"/>
            <a:ext cx="45769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Created a trigger to automatically log member insertion events, reducing manual work.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EA3B1A-219A-96AE-F75D-7727FDDAA296}"/>
              </a:ext>
            </a:extLst>
          </p:cNvPr>
          <p:cNvSpPr txBox="1"/>
          <p:nvPr/>
        </p:nvSpPr>
        <p:spPr>
          <a:xfrm>
            <a:off x="786581" y="2346014"/>
            <a:ext cx="60787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Step 1: Create a Log Table  </a:t>
            </a:r>
          </a:p>
          <a:p>
            <a:r>
              <a:rPr lang="en-IN" dirty="0"/>
              <a:t> Step 2: Create Trigger</a:t>
            </a:r>
          </a:p>
          <a:p>
            <a:r>
              <a:rPr lang="en-IN" dirty="0"/>
              <a:t> </a:t>
            </a:r>
            <a:r>
              <a:rPr lang="en-US" dirty="0"/>
              <a:t>Step 3: Insert a Member</a:t>
            </a:r>
          </a:p>
          <a:p>
            <a:r>
              <a:rPr lang="en-US" dirty="0"/>
              <a:t> </a:t>
            </a:r>
            <a:r>
              <a:rPr lang="en-IN" dirty="0"/>
              <a:t>Step 4: Verify Automation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D2C5BE0-C4BF-CB0B-1B36-711686522C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809" y="3575283"/>
            <a:ext cx="3822933" cy="2334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498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0A79B-745F-11BA-A894-226DF31BF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 7 : joins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7ABEC-D3AC-3C53-3034-7DE641B15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Members and payment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914B5B-2493-A679-67CA-75A102674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2342" y="3674773"/>
            <a:ext cx="4650300" cy="228403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971D791-AD50-7643-E59E-310E7DD53A8F}"/>
              </a:ext>
            </a:extLst>
          </p:cNvPr>
          <p:cNvSpPr/>
          <p:nvPr/>
        </p:nvSpPr>
        <p:spPr>
          <a:xfrm>
            <a:off x="4572000" y="2952166"/>
            <a:ext cx="3351043" cy="3972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Members with Their Payments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84326F8-8A43-0299-1F62-5A2B362C8709}"/>
              </a:ext>
            </a:extLst>
          </p:cNvPr>
          <p:cNvCxnSpPr/>
          <p:nvPr/>
        </p:nvCxnSpPr>
        <p:spPr>
          <a:xfrm>
            <a:off x="5474208" y="3429000"/>
            <a:ext cx="0" cy="2457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73005774-E820-E88F-7812-1E5B50F27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477" y="3551886"/>
            <a:ext cx="2705478" cy="270547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20ACCFA-A7AE-F363-F39F-B24205A4B6C2}"/>
              </a:ext>
            </a:extLst>
          </p:cNvPr>
          <p:cNvSpPr/>
          <p:nvPr/>
        </p:nvSpPr>
        <p:spPr>
          <a:xfrm>
            <a:off x="1060704" y="2865120"/>
            <a:ext cx="1987296" cy="6867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Members who paid and unpaid</a:t>
            </a:r>
          </a:p>
        </p:txBody>
      </p:sp>
    </p:spTree>
    <p:extLst>
      <p:ext uri="{BB962C8B-B14F-4D97-AF65-F5344CB8AC3E}">
        <p14:creationId xmlns:p14="http://schemas.microsoft.com/office/powerpoint/2010/main" val="19725889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37D63-8C44-1CA5-F93E-769C6F9A7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Objective 8 : Reports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9665C-511E-FDBA-0479-11F9B9DDC3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Find sum of payments </a:t>
            </a:r>
          </a:p>
          <a:p>
            <a:r>
              <a:rPr lang="en-IN" dirty="0"/>
              <a:t>Find highest payment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07E61B-563A-8A68-B57F-B0562151E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9236" y="3984307"/>
            <a:ext cx="2357899" cy="9362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5BA75B-C3C6-4462-37B0-76C61DE90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234" y="4067180"/>
            <a:ext cx="2560055" cy="85335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C0F6B4F-733F-E4B0-B03A-4DEF3D3C756A}"/>
              </a:ext>
            </a:extLst>
          </p:cNvPr>
          <p:cNvSpPr/>
          <p:nvPr/>
        </p:nvSpPr>
        <p:spPr>
          <a:xfrm>
            <a:off x="5609236" y="3852672"/>
            <a:ext cx="2366365" cy="1316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780816-839A-77ED-C469-03B211038A3F}"/>
              </a:ext>
            </a:extLst>
          </p:cNvPr>
          <p:cNvSpPr/>
          <p:nvPr/>
        </p:nvSpPr>
        <p:spPr>
          <a:xfrm>
            <a:off x="5600770" y="4939968"/>
            <a:ext cx="2366365" cy="1316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FC15FC-8B03-8171-AACE-A0A3326C05AF}"/>
              </a:ext>
            </a:extLst>
          </p:cNvPr>
          <p:cNvSpPr/>
          <p:nvPr/>
        </p:nvSpPr>
        <p:spPr>
          <a:xfrm>
            <a:off x="1106736" y="3984307"/>
            <a:ext cx="2560055" cy="1316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C47F90-0735-2EB6-11CA-68EBE551F240}"/>
              </a:ext>
            </a:extLst>
          </p:cNvPr>
          <p:cNvSpPr/>
          <p:nvPr/>
        </p:nvSpPr>
        <p:spPr>
          <a:xfrm>
            <a:off x="1106736" y="4959719"/>
            <a:ext cx="2560055" cy="1316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04945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JSON</a:t>
            </a:r>
          </a:p>
          <a:p>
            <a:r>
              <a:rPr dirty="0"/>
              <a:t> MySQL Workbench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F3267-BCD1-127D-FA2F-2327353E8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866" y="915337"/>
            <a:ext cx="2166102" cy="2988069"/>
          </a:xfrm>
        </p:spPr>
        <p:txBody>
          <a:bodyPr>
            <a:normAutofit/>
          </a:bodyPr>
          <a:lstStyle/>
          <a:p>
            <a:r>
              <a:rPr lang="en-IN" dirty="0"/>
              <a:t>ER </a:t>
            </a:r>
            <a:br>
              <a:rPr lang="en-IN" dirty="0"/>
            </a:br>
            <a:r>
              <a:rPr lang="en-IN" dirty="0"/>
              <a:t>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C296A-9D95-51E9-C2D4-87CD2507D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8993" y="5220929"/>
            <a:ext cx="296607" cy="714203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A9556D-C8C3-3D90-CAA5-8DD97AD4C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9897" y="730273"/>
            <a:ext cx="5142274" cy="5397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117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21460-F897-6573-A834-565C4F494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65006" y="1426633"/>
            <a:ext cx="6274073" cy="1828799"/>
          </a:xfrm>
        </p:spPr>
        <p:txBody>
          <a:bodyPr/>
          <a:lstStyle/>
          <a:p>
            <a:r>
              <a:rPr lang="en-IN" dirty="0"/>
              <a:t>ER 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7C126D-D505-B298-FF63-130E9251289F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2E98DE-9E07-4306-B45D-5D3B154786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43897" y="3255432"/>
            <a:ext cx="2123769" cy="1828799"/>
          </a:xfrm>
        </p:spPr>
        <p:txBody>
          <a:bodyPr>
            <a:normAutofit/>
          </a:bodyPr>
          <a:lstStyle/>
          <a:p>
            <a:r>
              <a:rPr lang="en-IN" sz="2400" dirty="0"/>
              <a:t>DIAGRAM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6A5BE2-5E43-9616-51B5-E25EF4E13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709" y="583834"/>
            <a:ext cx="4935254" cy="5690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4046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1986" y="1573161"/>
            <a:ext cx="5850195" cy="1317523"/>
          </a:xfrm>
        </p:spPr>
        <p:txBody>
          <a:bodyPr>
            <a:normAutofit/>
          </a:bodyPr>
          <a:lstStyle/>
          <a:p>
            <a:r>
              <a:rPr sz="2400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1755" y="2713703"/>
            <a:ext cx="4788310" cy="322142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800" dirty="0"/>
              <a:t>This project demonstrates real-world database management using MySQL. It integrates relational and JSON data, performs analytical queries, and automates tasks using triggers. The system improves efficiency, accuracy, and scalability for gym management.</a:t>
            </a:r>
          </a:p>
          <a:p>
            <a:endParaRPr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1D8BE-4DD7-84C0-1E5F-DEA695302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2890" y="1779639"/>
            <a:ext cx="6972710" cy="439565"/>
          </a:xfrm>
        </p:spPr>
        <p:txBody>
          <a:bodyPr>
            <a:normAutofit fontScale="90000"/>
          </a:bodyPr>
          <a:lstStyle/>
          <a:p>
            <a:r>
              <a:rPr lang="en-IN" sz="2400" dirty="0"/>
              <a:t>Real world use of this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CA12F-A175-0F51-24F0-A3632A8E83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Gym member &amp; payment management</a:t>
            </a:r>
          </a:p>
          <a:p>
            <a:r>
              <a:rPr lang="en-US" dirty="0"/>
              <a:t>Revenue tracking &amp; reports</a:t>
            </a:r>
          </a:p>
          <a:p>
            <a:r>
              <a:rPr lang="en-US" dirty="0"/>
              <a:t>Automation using triggers</a:t>
            </a:r>
          </a:p>
          <a:p>
            <a:r>
              <a:rPr lang="en-US" dirty="0"/>
              <a:t>Scalable and analytics-ready system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86921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468</TotalTime>
  <Words>419</Words>
  <Application>Microsoft Office PowerPoint</Application>
  <PresentationFormat>On-screen Show (4:3)</PresentationFormat>
  <Paragraphs>91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Arial</vt:lpstr>
      <vt:lpstr>Garamond</vt:lpstr>
      <vt:lpstr>Times New Roman</vt:lpstr>
      <vt:lpstr>Wingdings</vt:lpstr>
      <vt:lpstr>Organic</vt:lpstr>
      <vt:lpstr>Smart Gym Management System</vt:lpstr>
      <vt:lpstr>Project Overview</vt:lpstr>
      <vt:lpstr>Problem statement and solution</vt:lpstr>
      <vt:lpstr>PowerPoint Presentation</vt:lpstr>
      <vt:lpstr>Objective 1: DATABASE</vt:lpstr>
      <vt:lpstr>PowerPoint Presentation</vt:lpstr>
      <vt:lpstr> OBJECTIVE 2 : Data Validation </vt:lpstr>
      <vt:lpstr>Objective 3: Data insertion</vt:lpstr>
      <vt:lpstr>TABLE WISE COUNT</vt:lpstr>
      <vt:lpstr>PowerPoint Presentation</vt:lpstr>
      <vt:lpstr>Objective 3: Data Insertion</vt:lpstr>
      <vt:lpstr>Objective 4: EDA</vt:lpstr>
      <vt:lpstr>Objective 5</vt:lpstr>
      <vt:lpstr>Objective-6 Automation</vt:lpstr>
      <vt:lpstr>Objective 7 : joins</vt:lpstr>
      <vt:lpstr>Objective 8 : Reports</vt:lpstr>
      <vt:lpstr>Tools Used</vt:lpstr>
      <vt:lpstr>ER  Structure</vt:lpstr>
      <vt:lpstr>ER </vt:lpstr>
      <vt:lpstr>Conclusion</vt:lpstr>
      <vt:lpstr>Real world use of this project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Pearl Sethi</dc:creator>
  <cp:keywords/>
  <dc:description>generated using python-pptx</dc:description>
  <cp:lastModifiedBy>Pearl Sethi</cp:lastModifiedBy>
  <cp:revision>20</cp:revision>
  <dcterms:created xsi:type="dcterms:W3CDTF">2013-01-27T09:14:16Z</dcterms:created>
  <dcterms:modified xsi:type="dcterms:W3CDTF">2026-02-06T13:59:00Z</dcterms:modified>
  <cp:category/>
</cp:coreProperties>
</file>